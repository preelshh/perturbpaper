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6d084d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6d084d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6d084de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6d084d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86d084de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86d084d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86d084de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86d084de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86d084de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86d084de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86d084de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86d084de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86d084de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86d084de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6d084de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86d084de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86d084de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86d084de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86d084de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86d084de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scPRINT_net, pyscenic_net, and peturb_net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pySCENIC-net (</a:t>
            </a:r>
            <a:r>
              <a:rPr b="1" lang="en"/>
              <a:t>co-expression + motif based method)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Infers TF =&gt; target edges, baseline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scPRINT (</a:t>
            </a:r>
            <a:r>
              <a:rPr b="1" lang="en"/>
              <a:t>attention-weight based)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model is pretrained on millions of cells and learned gene-gene relationship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transformer attention weights to score how strongly each gene “attends to “each other”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cenic</a:t>
            </a:r>
            <a:r>
              <a:rPr lang="en"/>
              <a:t>-net (5 files)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  <p:pic>
        <p:nvPicPr>
          <p:cNvPr id="68" name="Google Shape;68;p15" title="Screenshot 2026-04-21 at 2.07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017725"/>
            <a:ext cx="6933499" cy="30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4-21 at 2.07.4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9275" y="4148200"/>
            <a:ext cx="3676650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scenic-net (5 files)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125" y="1272199"/>
            <a:ext cx="7815226" cy="30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scenic-net (5 files)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1684"/>
            <a:ext cx="9144000" cy="3545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Scenic-net (filtered) (8 files)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cell state (CD4_act, CD4_rest, CD8_act, CD8_rest), we filtered the pySCENIC edge network:</a:t>
            </a:r>
            <a:endParaRPr/>
          </a:p>
          <a:p>
            <a:pPr indent="-334328" lvl="0" marL="457200" marR="3810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 to retain only TFs that showed meaningful state-specificity based on their Regulon Specificity Score delta (delRSS = RSS_act − RSS_rest). </a:t>
            </a:r>
            <a:endParaRPr/>
          </a:p>
          <a:p>
            <a:pPr indent="-334328" lvl="0" marL="457200" marR="3810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Two cutoff strategies were applied: a manual cutoff of |delRSS| &gt; 0.05 (as suggested by the PI), and a data-driven Gaussian cutoff using mean ± 1σ of the delRSS distribution per lineage. </a:t>
            </a:r>
            <a:endParaRPr/>
          </a:p>
          <a:p>
            <a:pPr indent="-334328" lvl="0" marL="457200" marR="3810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For activation states, TFs with delRSS above the positive cutoff were retained; for resting states, TFs with delRSS below the negative cutoff were retained. This produced 8 filtered networks (4 states × 2 cutoffs) representing the candidate state-specific regulatory programs.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scprint</a:t>
            </a:r>
            <a:r>
              <a:rPr lang="en"/>
              <a:t>-net 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in scprint_grn_clean.ipynb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Build genelist with scanpy differential expression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Align data to model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GRN inference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Extract edges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CD4_rest_grn_scanpy_de.h5ad</a:t>
            </a:r>
            <a:r>
              <a:rPr lang="en" sz="1100">
                <a:solidFill>
                  <a:schemeClr val="dk1"/>
                </a:solidFill>
              </a:rPr>
              <a:t> — raw attention matrix for CD4 resting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CD4_act_grn_scanpy_de.h5ad</a:t>
            </a:r>
            <a:r>
              <a:rPr lang="en" sz="1100">
                <a:solidFill>
                  <a:schemeClr val="dk1"/>
                </a:solidFill>
              </a:rPr>
              <a:t> — raw attention matrix for CD4 activated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CD8_rest_grn_scanpy_de.h5ad</a:t>
            </a:r>
            <a:r>
              <a:rPr lang="en" sz="1100">
                <a:solidFill>
                  <a:schemeClr val="dk1"/>
                </a:solidFill>
              </a:rPr>
              <a:t> — same for CD8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CD8_act_grn_scanpy_de.h5ad</a:t>
            </a:r>
            <a:r>
              <a:rPr lang="en" sz="1100">
                <a:solidFill>
                  <a:schemeClr val="dk1"/>
                </a:solidFill>
              </a:rPr>
              <a:t> — same for CD8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{state}_scprint_scanpy_de_edges.csv</a:t>
            </a:r>
            <a:r>
              <a:rPr lang="en" sz="1100">
                <a:solidFill>
                  <a:schemeClr val="dk1"/>
                </a:solidFill>
              </a:rPr>
              <a:t> — flat edge list per state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all_states_scprint_scanpy_de_edges.csv</a:t>
            </a:r>
            <a:r>
              <a:rPr lang="en" sz="1100">
                <a:solidFill>
                  <a:schemeClr val="dk1"/>
                </a:solidFill>
              </a:rPr>
              <a:t> — all four combined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scprint-net 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in scprint_grn_clean.ipynb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Build genelist with scanpy differential expression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Align data to model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GRN inference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Extract edges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CD4_rest_grn_scanpy_de.h5ad</a:t>
            </a:r>
            <a:r>
              <a:rPr lang="en" sz="1100">
                <a:solidFill>
                  <a:schemeClr val="dk1"/>
                </a:solidFill>
              </a:rPr>
              <a:t> — raw attention matrix for CD4 resting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CD4_act_grn_scanpy_de.h5ad</a:t>
            </a:r>
            <a:r>
              <a:rPr lang="en" sz="1100">
                <a:solidFill>
                  <a:schemeClr val="dk1"/>
                </a:solidFill>
              </a:rPr>
              <a:t> — raw attention matrix for CD4 activated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CD8_rest_grn_scanpy_de.h5ad</a:t>
            </a:r>
            <a:r>
              <a:rPr lang="en" sz="1100">
                <a:solidFill>
                  <a:schemeClr val="dk1"/>
                </a:solidFill>
              </a:rPr>
              <a:t> — same for CD8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CD8_act_grn_scanpy_de.h5ad</a:t>
            </a:r>
            <a:r>
              <a:rPr lang="en" sz="1100">
                <a:solidFill>
                  <a:schemeClr val="dk1"/>
                </a:solidFill>
              </a:rPr>
              <a:t> — same for CD8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{state}_scprint_scanpy_de_edges.csv</a:t>
            </a:r>
            <a:r>
              <a:rPr lang="en" sz="1100">
                <a:solidFill>
                  <a:schemeClr val="dk1"/>
                </a:solidFill>
              </a:rPr>
              <a:t> — flat edge list per state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all_states_scprint_scanpy_de_edges.csv</a:t>
            </a:r>
            <a:r>
              <a:rPr lang="en" sz="1100">
                <a:solidFill>
                  <a:schemeClr val="dk1"/>
                </a:solidFill>
              </a:rPr>
              <a:t> — all four combined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scprint-net 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 title="Screenshot 2026-04-21 at 3.04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00" y="1089725"/>
            <a:ext cx="5739125" cy="37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Grn vs pyscenic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 title="Screenshot 2026-04-21 at 3.56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50" y="1175325"/>
            <a:ext cx="7639050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Grn vs pyscenic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 title="Screenshot 2026-04-21 at 4.02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2258"/>
            <a:ext cx="9144001" cy="2198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